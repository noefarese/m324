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1617"/>
  </p:normalViewPr>
  <p:slideViewPr>
    <p:cSldViewPr snapToGrid="0">
      <p:cViewPr varScale="1">
        <p:scale>
          <a:sx n="130" d="100"/>
          <a:sy n="13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C01B0-CB3D-3C4E-851D-423980A19A93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317F8-422A-BD4D-9B53-FB568F87A60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293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317F8-422A-BD4D-9B53-FB568F87A602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3947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19F8-E250-8444-FC0B-2DB83792D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489A6-F682-3D20-CBD0-A14CA380D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4B1E1-5475-6C0B-AD9D-1F546E66B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19AA4-4684-8310-642D-6ADFBA42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9F808-7A92-0AA5-5B7B-F8F2DEC7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282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038F-B48E-C2BF-ECC1-34101134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18898-EE69-219B-1F9C-8F0D8E761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3FAE-6B37-75F8-8850-CADAD254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26CE9-A65F-4ADD-0855-CEC425D2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04800-6E3E-6026-54AB-6332F06A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817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4370A-56AB-B004-6583-A1AAD166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C0DF-8823-1F38-8988-E7A5ACB65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547E-D964-86E4-59A1-9A568838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FA6BB-5FD2-6AAD-1F07-C47DBE1A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EBB13-CEAC-9941-9947-A46AD6AA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973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9B88-7370-BEDE-EBFC-EE3EB19F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3DCBB-A53B-EA68-1D8E-B4B94943B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27074-C53C-3C74-97D3-9F6F9A101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E8747-05B3-DEB2-57D1-369F39D4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8F474-90DB-C439-611B-4250674A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47598-CC8A-DC73-AF58-CEE975AF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4607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3DD9E-CE7A-F8FA-E9EC-53DF80D1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3E9C0-457F-518A-6D79-551ECA7A0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A5643-1785-D729-E9C4-17FEF2CCC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BE880-6AE1-A61A-8299-E5E9FAD0D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FE652-3057-62C2-7027-8AA7757EC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096F7-5636-2E3B-2C1B-C666246C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4EEDD-3ED0-034D-B063-18FC8723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98178-1F3A-41D6-7C1A-E3FBFF17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6341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51E1-A826-E67E-39C2-EB91D2BA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872E4-7853-35EE-CE3C-EA2D2EC1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2EE3F-D694-6600-8362-2EE8E563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3A0EC-D0ED-18C8-D052-4519982B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321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E20882-0635-35F7-5C89-B6EAFB6C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1CFCD-3E84-3C00-0AF9-806BB0E3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E27B8-E461-DDF4-0D93-55053422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688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CAA7-3872-9058-A769-302B943D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737B3-5885-0DE6-AB4A-B87975C7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11400-D876-AD0A-2F18-89311811F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D2875-1C94-DC13-DEC1-F884BB56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12241-51CC-63ED-59DD-14B500DE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99F66-B43C-82E6-8FAF-CB900C97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72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C51-E9F3-2057-6E73-8B216432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C3F54-4D92-E9F8-33D9-CB66C21BC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FE6DD-062C-F997-F6AA-E4DE94154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9C908-6BE4-B68E-4B10-92BE7ACB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14692-3DF5-F860-F908-09AECC3B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B52EC-72FE-9C81-F66B-9D46C80B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851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E4E4-75AF-6292-F45A-E5D38F70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6C62-3C8E-2086-244E-500BB091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31407-57BF-27FD-3A49-B87887C7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441E-06A8-6BA2-00C8-3F051205A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1275-401B-0619-813B-FA740E30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078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B29D0-9602-08EA-E321-FB5141109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13DDC-B830-FBFE-F0AC-FCF257F74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3506B-6F9D-B1C6-7F0A-603C06C4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3A7CD-370E-1988-DBCF-8386EF9B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7715-07DA-FC98-3D55-310842CF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757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5C135-EE00-D761-B58C-0EE942B7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04974-0452-1012-19B3-8AA59001B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5F416-E6B6-9E65-399D-F21FDCA83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E5AF4-0DAD-BB4F-BE10-71B934181AAB}" type="datetimeFigureOut">
              <a:rPr lang="de-CH" smtClean="0"/>
              <a:t>10.11.25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5745C-951A-BD13-55DC-EB428A462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7BAC3-493D-71FF-A131-BF389CD96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1570A-51A4-6C4E-843C-607412FE34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620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7CFD5-2DBF-4AD1-FE04-3246BA2A7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Docker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0346D-4714-A809-05C1-FBB3E08D7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Noé, Nelio, Robert, Aurel</a:t>
            </a: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058" name="Straight Connector 2057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Docker Logo and symbol, meaning, history, PNG, brand">
            <a:extLst>
              <a:ext uri="{FF2B5EF4-FFF2-40B4-BE49-F238E27FC236}">
                <a16:creationId xmlns:a16="http://schemas.microsoft.com/office/drawing/2014/main" id="{717DCB83-55BC-03C7-080F-9F5CF893C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0572" y="1796229"/>
            <a:ext cx="5608830" cy="315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40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A940-7152-D763-CE5A-3CA451F5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81" y="164810"/>
            <a:ext cx="10515600" cy="1325563"/>
          </a:xfrm>
        </p:spPr>
        <p:txBody>
          <a:bodyPr/>
          <a:lstStyle/>
          <a:p>
            <a:r>
              <a:rPr lang="de-CH" dirty="0"/>
              <a:t>Einsatzgebiet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51E66-2CDC-00A3-4E64-9363E8C2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81" y="1311212"/>
            <a:ext cx="7521751" cy="485599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E370BA8-FAD6-87BE-1C63-32CA7FFB9439}"/>
              </a:ext>
            </a:extLst>
          </p:cNvPr>
          <p:cNvSpPr/>
          <p:nvPr/>
        </p:nvSpPr>
        <p:spPr>
          <a:xfrm>
            <a:off x="5120868" y="1669534"/>
            <a:ext cx="1804500" cy="11024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5B5BD-0E6D-5C4C-CBE2-2FB97F8CF687}"/>
              </a:ext>
            </a:extLst>
          </p:cNvPr>
          <p:cNvSpPr txBox="1"/>
          <p:nvPr/>
        </p:nvSpPr>
        <p:spPr>
          <a:xfrm>
            <a:off x="14151934" y="4230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CH" dirty="0"/>
          </a:p>
        </p:txBody>
      </p:sp>
      <p:pic>
        <p:nvPicPr>
          <p:cNvPr id="1026" name="Picture 2" descr="Monkey Wondering Meme - Monkey Wondering Stupid - Discover &amp; Share GIFs">
            <a:extLst>
              <a:ext uri="{FF2B5EF4-FFF2-40B4-BE49-F238E27FC236}">
                <a16:creationId xmlns:a16="http://schemas.microsoft.com/office/drawing/2014/main" id="{A4E20FD1-7FEB-49B1-49D5-A50AFCC46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204" y="1574804"/>
            <a:ext cx="4154208" cy="412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39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B685-BC59-C656-A35F-D0A39189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kann 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23DA1-78B2-234C-AF6C-DFD1BDE1B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Docker  wird zum entwickeln, testen und deployen von Applikationen verwendet</a:t>
            </a:r>
          </a:p>
          <a:p>
            <a:endParaRPr lang="de-CH" dirty="0"/>
          </a:p>
          <a:p>
            <a:r>
              <a:rPr lang="de-CH" dirty="0"/>
              <a:t>Dafür werden pro Applikation ein «Container» hochgefahren</a:t>
            </a:r>
          </a:p>
          <a:p>
            <a:endParaRPr lang="de-CH" dirty="0"/>
          </a:p>
          <a:p>
            <a:r>
              <a:rPr lang="de-CH" dirty="0"/>
              <a:t>Container beinhalten dann alle </a:t>
            </a:r>
            <a:r>
              <a:rPr lang="de-CH" dirty="0" err="1"/>
              <a:t>Dependencies</a:t>
            </a:r>
            <a:r>
              <a:rPr lang="de-CH" dirty="0"/>
              <a:t> und </a:t>
            </a:r>
            <a:r>
              <a:rPr lang="de-CH" dirty="0" err="1"/>
              <a:t>läufen</a:t>
            </a:r>
            <a:r>
              <a:rPr lang="de-CH" dirty="0"/>
              <a:t> Isoliert</a:t>
            </a:r>
          </a:p>
          <a:p>
            <a:endParaRPr lang="de-CH" dirty="0"/>
          </a:p>
          <a:p>
            <a:r>
              <a:rPr lang="de-CH" dirty="0"/>
              <a:t>Läuft auf allen </a:t>
            </a:r>
            <a:r>
              <a:rPr lang="de-CH" dirty="0" err="1"/>
              <a:t>Betriebsystemen</a:t>
            </a: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2869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C53E20-4517-04BF-90A5-0A0F784B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Beispiel mit Docker Compose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2" descr="Photos: The Worst Containership Disasters in Recent History">
            <a:extLst>
              <a:ext uri="{FF2B5EF4-FFF2-40B4-BE49-F238E27FC236}">
                <a16:creationId xmlns:a16="http://schemas.microsoft.com/office/drawing/2014/main" id="{E5CB1787-C794-D948-95B3-39AA44940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0572" y="1501765"/>
            <a:ext cx="5608830" cy="374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47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Macintosh PowerPoint</Application>
  <PresentationFormat>Breitbild</PresentationFormat>
  <Paragraphs>13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Docker</vt:lpstr>
      <vt:lpstr>Einsatzgebiet</vt:lpstr>
      <vt:lpstr>Was kann es?</vt:lpstr>
      <vt:lpstr>Beispiel mit Docker Compose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BBZW; Schmid Aurel</dc:creator>
  <cp:lastModifiedBy>BBZW; Farese Noé</cp:lastModifiedBy>
  <cp:revision>2</cp:revision>
  <dcterms:created xsi:type="dcterms:W3CDTF">2025-11-10T09:01:16Z</dcterms:created>
  <dcterms:modified xsi:type="dcterms:W3CDTF">2025-11-10T09:56:08Z</dcterms:modified>
</cp:coreProperties>
</file>